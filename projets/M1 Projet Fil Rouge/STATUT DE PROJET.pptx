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3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140293-4E60-4A9B-AD81-B3579E8DD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48944E2-1CDF-41B9-B268-71BC3FF78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F72118-45D2-43EA-8D94-C6B4645D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5E7-2AA8-4B7B-A411-B952E265C6F5}" type="datetimeFigureOut">
              <a:rPr lang="fr-FR" smtClean="0"/>
              <a:t>08/11/2024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B18103-8037-4195-82F6-119C0D459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AA9177-59D7-43EF-BA33-1A016A9A4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2AEA-80AD-4ABE-9B1E-AC4BE3DF49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3976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05E075-36C1-4E44-9A26-C4C0C9900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AD0DC4-BFD3-4A8A-807B-C4B05DB73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95A9E0-A0C1-49E4-847C-F626AC1DD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5E7-2AA8-4B7B-A411-B952E265C6F5}" type="datetimeFigureOut">
              <a:rPr lang="fr-FR" smtClean="0"/>
              <a:t>08/11/2024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39B70B-E94C-4A92-8CC2-C4D13AFCE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08A5E6-7C41-44B7-824A-C7ED27ED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2AEA-80AD-4ABE-9B1E-AC4BE3DF49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833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AC0D7A-E748-4AEA-9D22-7C91A36B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36FF6E7-E318-4E11-AB15-2A6D22D38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DA963F-11BD-496B-89B9-135D48BBA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5E7-2AA8-4B7B-A411-B952E265C6F5}" type="datetimeFigureOut">
              <a:rPr lang="fr-FR" smtClean="0"/>
              <a:t>08/11/2024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703C36-7CC9-4D9B-A9AA-086B19C21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66CFC1-5299-4E7F-B85B-FF7777EC2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2AEA-80AD-4ABE-9B1E-AC4BE3DF49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7478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CDBCCE-274F-487B-A61B-A450B6C93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3C93B3-D9AA-4A66-9FE8-79A84EC9D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EF2200D-0140-4F06-9EB1-E96561A71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21F623-6514-4415-9B54-8E726F3B4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5E7-2AA8-4B7B-A411-B952E265C6F5}" type="datetimeFigureOut">
              <a:rPr lang="fr-FR" smtClean="0"/>
              <a:t>08/11/2024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3C2D6B-87E6-4AB1-A917-F4118A2B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44A6550-D2F0-40DB-BDD3-358651D6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2AEA-80AD-4ABE-9B1E-AC4BE3DF49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4310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8D9827-BF39-40A9-B681-9AD4697C6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C5AB72-060C-4227-AC34-ADBD6F700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4DA4A39-E26B-43B6-9778-AF2FC86C6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CBC941-642F-4BFE-9FE8-2CA5722A58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818EEA3-0500-46ED-9A02-951748B2EE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E7F9314-F95C-4B6C-8BC6-D9C577C20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5E7-2AA8-4B7B-A411-B952E265C6F5}" type="datetimeFigureOut">
              <a:rPr lang="fr-FR" smtClean="0"/>
              <a:t>08/11/2024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D05DF3B-F536-424F-ABD3-E562C1A1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F2F24C8-4EC2-40D0-8C4B-85725A928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2AEA-80AD-4ABE-9B1E-AC4BE3DF49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0978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BF657F-1911-425D-9810-6CDD02D67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81F4D42-E37C-4DB2-A6FC-E91BC752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5E7-2AA8-4B7B-A411-B952E265C6F5}" type="datetimeFigureOut">
              <a:rPr lang="fr-FR" smtClean="0"/>
              <a:t>08/11/2024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967365E-4558-445B-BB8E-B25A3F7C0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38DDDA7-342E-461F-8B8A-B7312BDB8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2AEA-80AD-4ABE-9B1E-AC4BE3DF49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374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5DD38CA-B513-4240-B323-CC3EF2E8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5E7-2AA8-4B7B-A411-B952E265C6F5}" type="datetimeFigureOut">
              <a:rPr lang="fr-FR" smtClean="0"/>
              <a:t>08/11/2024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FDA25D-8623-4B73-8AA7-69EDF848D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DBA345-33D1-447A-A530-1F400595B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2AEA-80AD-4ABE-9B1E-AC4BE3DF49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9803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B95268-24FE-41FD-B5C4-158018A6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D09129-2D39-4CE9-9385-F8D67DDE4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D0F2EF8-218B-42BB-A98A-C14484E84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4308E7B-0E4C-4D5A-878E-2D598592F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5E7-2AA8-4B7B-A411-B952E265C6F5}" type="datetimeFigureOut">
              <a:rPr lang="fr-FR" smtClean="0"/>
              <a:t>08/11/2024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F45D1D-2A10-4E41-A0B5-074FA3725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FB2FA8-CEA4-4042-99B0-1930088A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2AEA-80AD-4ABE-9B1E-AC4BE3DF49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6430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B5CD28-0D02-431D-BE64-74E64969B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C02C5AA-D286-4699-884D-4D94C089DA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147D1C1-747B-41EE-9E4A-5A516C0CF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8480131-EC3F-4F3D-9973-580F8A87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5E7-2AA8-4B7B-A411-B952E265C6F5}" type="datetimeFigureOut">
              <a:rPr lang="fr-FR" smtClean="0"/>
              <a:t>08/11/2024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AB0D37-714E-4F0C-B6A0-5EA60202E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9072F1A-A7FB-49B3-A20A-983798950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2AEA-80AD-4ABE-9B1E-AC4BE3DF49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4908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2AAB2E-439E-4C57-A2A9-E9634B3F2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1BD89A9-6FC6-4D49-AF0C-B7FD16876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73E984-76A9-457A-A43C-D8A394822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5E7-2AA8-4B7B-A411-B952E265C6F5}" type="datetimeFigureOut">
              <a:rPr lang="fr-FR" smtClean="0"/>
              <a:t>08/11/2024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A09088-D43E-487D-B2A8-BA8E72211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C68F31-ADF3-4E1C-8484-A3F3D4755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2AEA-80AD-4ABE-9B1E-AC4BE3DF49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152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059D271-589F-4CF2-93F6-81772D10F4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0F72673-E784-43D3-89D0-483179BD3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F872FA-F983-4101-BC6E-E839E4D87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5E7-2AA8-4B7B-A411-B952E265C6F5}" type="datetimeFigureOut">
              <a:rPr lang="fr-FR" smtClean="0"/>
              <a:t>08/11/2024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88CC36-290C-4822-82EC-CE297F98F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A476AF-8552-4D13-B9BE-28C5A2AA4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2AEA-80AD-4ABE-9B1E-AC4BE3DF49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759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BF2B75C-478C-4A04-ACDC-C78F83A5E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AC4FF9-254D-4713-8380-9BDF8AC55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F57C7E-D707-43FD-86A9-C90D6E2AF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7C5E7-2AA8-4B7B-A411-B952E265C6F5}" type="datetimeFigureOut">
              <a:rPr lang="fr-FR" smtClean="0"/>
              <a:t>08/11/2024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FCEC95-463F-4536-91A8-C9C2A5AA8A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FFD0F7-4FC3-4359-B0B7-AE6272D61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C2AEA-80AD-4ABE-9B1E-AC4BE3DF49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346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A60A73-A28B-4334-9929-4AD2D13AE7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4471"/>
            <a:ext cx="3074894" cy="632292"/>
          </a:xfrm>
        </p:spPr>
        <p:txBody>
          <a:bodyPr>
            <a:normAutofit/>
          </a:bodyPr>
          <a:lstStyle/>
          <a:p>
            <a:r>
              <a:rPr lang="fr-FR" sz="2000" dirty="0"/>
              <a:t>STATUT DE PROJET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F6FC15A-5349-4568-994D-D22B6278DC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265" y="1338127"/>
            <a:ext cx="2913529" cy="485868"/>
          </a:xfrm>
        </p:spPr>
        <p:txBody>
          <a:bodyPr/>
          <a:lstStyle/>
          <a:p>
            <a:r>
              <a:rPr lang="fr-FR" dirty="0"/>
              <a:t>Highlights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5A65FEF-545A-4B08-B0E5-D0E47FA6F0FC}"/>
              </a:ext>
            </a:extLst>
          </p:cNvPr>
          <p:cNvSpPr txBox="1"/>
          <p:nvPr/>
        </p:nvSpPr>
        <p:spPr>
          <a:xfrm>
            <a:off x="694765" y="3878891"/>
            <a:ext cx="22949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WordPackage</a:t>
            </a:r>
            <a:r>
              <a:rPr lang="fr-FR" dirty="0"/>
              <a:t> : </a:t>
            </a:r>
          </a:p>
          <a:p>
            <a:r>
              <a:rPr lang="fr-FR" dirty="0"/>
              <a:t> - </a:t>
            </a:r>
            <a:r>
              <a:rPr lang="fr-FR" dirty="0">
                <a:highlight>
                  <a:srgbClr val="FFFF00"/>
                </a:highlight>
              </a:rPr>
              <a:t>Process</a:t>
            </a:r>
            <a:r>
              <a:rPr lang="fr-FR" dirty="0"/>
              <a:t> </a:t>
            </a:r>
          </a:p>
          <a:p>
            <a:pPr marL="285750" indent="-285750">
              <a:buFontTx/>
              <a:buChar char="-"/>
            </a:pPr>
            <a:r>
              <a:rPr lang="fr-FR" dirty="0">
                <a:highlight>
                  <a:srgbClr val="00FF00"/>
                </a:highlight>
              </a:rPr>
              <a:t>Recherche </a:t>
            </a:r>
          </a:p>
          <a:p>
            <a:pPr marL="285750" indent="-285750">
              <a:buFontTx/>
              <a:buChar char="-"/>
            </a:pPr>
            <a:r>
              <a:rPr lang="fr-FR" dirty="0">
                <a:highlight>
                  <a:srgbClr val="FFFF00"/>
                </a:highlight>
              </a:rPr>
              <a:t>Etude</a:t>
            </a:r>
          </a:p>
          <a:p>
            <a:pPr marL="285750" indent="-285750">
              <a:buFontTx/>
              <a:buChar char="-"/>
            </a:pPr>
            <a:r>
              <a:rPr lang="fr-FR" dirty="0">
                <a:highlight>
                  <a:srgbClr val="FFFF00"/>
                </a:highlight>
              </a:rPr>
              <a:t>Conception</a:t>
            </a:r>
          </a:p>
          <a:p>
            <a:pPr marL="285750" indent="-285750">
              <a:buFontTx/>
              <a:buChar char="-"/>
            </a:pPr>
            <a:r>
              <a:rPr lang="fr-FR" dirty="0">
                <a:highlight>
                  <a:srgbClr val="C0C0C0"/>
                </a:highlight>
              </a:rPr>
              <a:t>Développement</a:t>
            </a:r>
          </a:p>
          <a:p>
            <a:pPr marL="285750" indent="-285750">
              <a:buFontTx/>
              <a:buChar char="-"/>
            </a:pPr>
            <a:r>
              <a:rPr lang="fr-FR" dirty="0">
                <a:highlight>
                  <a:srgbClr val="C0C0C0"/>
                </a:highlight>
              </a:rPr>
              <a:t>Test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6C352057-E244-402B-ACE7-662A04007335}"/>
              </a:ext>
            </a:extLst>
          </p:cNvPr>
          <p:cNvSpPr txBox="1">
            <a:spLocks/>
          </p:cNvSpPr>
          <p:nvPr/>
        </p:nvSpPr>
        <p:spPr>
          <a:xfrm>
            <a:off x="3299012" y="1540155"/>
            <a:ext cx="2913529" cy="485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Jalon 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E25ADD1D-0728-423F-9960-5522574C0140}"/>
              </a:ext>
            </a:extLst>
          </p:cNvPr>
          <p:cNvSpPr txBox="1">
            <a:spLocks/>
          </p:cNvSpPr>
          <p:nvPr/>
        </p:nvSpPr>
        <p:spPr>
          <a:xfrm>
            <a:off x="8287871" y="1296992"/>
            <a:ext cx="2913529" cy="485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Risque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CB80EDA-0D3F-4FA2-9474-8241B75492C7}"/>
              </a:ext>
            </a:extLst>
          </p:cNvPr>
          <p:cNvSpPr txBox="1"/>
          <p:nvPr/>
        </p:nvSpPr>
        <p:spPr>
          <a:xfrm>
            <a:off x="8758518" y="208179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Chef de projet : </a:t>
            </a:r>
            <a:r>
              <a:rPr lang="fr-FR" dirty="0" err="1"/>
              <a:t>Attoumane</a:t>
            </a:r>
            <a:endParaRPr lang="fr-FR" dirty="0"/>
          </a:p>
          <a:p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EF33C6C-99B9-4941-8F73-DB411FE08B17}"/>
              </a:ext>
            </a:extLst>
          </p:cNvPr>
          <p:cNvSpPr txBox="1"/>
          <p:nvPr/>
        </p:nvSpPr>
        <p:spPr>
          <a:xfrm>
            <a:off x="3801035" y="2194679"/>
            <a:ext cx="3962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Finir les règles de décision (qu’on fait au fur et à mesure)</a:t>
            </a:r>
          </a:p>
          <a:p>
            <a:pPr marL="285750" indent="-285750">
              <a:buFontTx/>
              <a:buChar char="-"/>
            </a:pPr>
            <a:r>
              <a:rPr lang="fr-FR" dirty="0"/>
              <a:t>Faire les process</a:t>
            </a:r>
          </a:p>
          <a:p>
            <a:pPr marL="285750" indent="-285750">
              <a:buFontTx/>
              <a:buChar char="-"/>
            </a:pPr>
            <a:r>
              <a:rPr lang="fr-FR" dirty="0"/>
              <a:t>Finir les diagrammes de classe</a:t>
            </a:r>
          </a:p>
          <a:p>
            <a:pPr marL="285750" indent="-285750">
              <a:buFontTx/>
              <a:buChar char="-"/>
            </a:pPr>
            <a:r>
              <a:rPr lang="fr-FR" dirty="0"/>
              <a:t>Faire la maquette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2778F39-25F8-4288-AEAA-AF8FAB55D7BF}"/>
              </a:ext>
            </a:extLst>
          </p:cNvPr>
          <p:cNvSpPr txBox="1"/>
          <p:nvPr/>
        </p:nvSpPr>
        <p:spPr>
          <a:xfrm>
            <a:off x="7763435" y="2225342"/>
            <a:ext cx="396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Revenir sur un travail mal effectué</a:t>
            </a:r>
          </a:p>
          <a:p>
            <a:pPr marL="285750" indent="-285750">
              <a:buFontTx/>
              <a:buChar char="-"/>
            </a:pPr>
            <a:r>
              <a:rPr lang="fr-FR" dirty="0"/>
              <a:t>Problème de communication dans les sous groupes qu’on forme. </a:t>
            </a:r>
          </a:p>
          <a:p>
            <a:pPr marL="285750" indent="-285750">
              <a:buFontTx/>
              <a:buChar char="-"/>
            </a:pPr>
            <a:endParaRPr lang="fr-FR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60F54283-A819-4CA5-B3DB-E46880F6F358}"/>
              </a:ext>
            </a:extLst>
          </p:cNvPr>
          <p:cNvCxnSpPr/>
          <p:nvPr/>
        </p:nvCxnSpPr>
        <p:spPr>
          <a:xfrm>
            <a:off x="3514165" y="531344"/>
            <a:ext cx="0" cy="61184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69DAFA54-5200-47E2-A34F-E7780D56FF64}"/>
              </a:ext>
            </a:extLst>
          </p:cNvPr>
          <p:cNvCxnSpPr/>
          <p:nvPr/>
        </p:nvCxnSpPr>
        <p:spPr>
          <a:xfrm>
            <a:off x="7763435" y="531344"/>
            <a:ext cx="0" cy="61184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ous-titre 2">
            <a:extLst>
              <a:ext uri="{FF2B5EF4-FFF2-40B4-BE49-F238E27FC236}">
                <a16:creationId xmlns:a16="http://schemas.microsoft.com/office/drawing/2014/main" id="{580D1DCE-A267-4CAC-B6E1-662C0EA42D27}"/>
              </a:ext>
            </a:extLst>
          </p:cNvPr>
          <p:cNvSpPr txBox="1">
            <a:spLocks/>
          </p:cNvSpPr>
          <p:nvPr/>
        </p:nvSpPr>
        <p:spPr>
          <a:xfrm>
            <a:off x="8287870" y="3818524"/>
            <a:ext cx="2913529" cy="485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Décision à prendre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8D0DF8C-680F-4A48-9BF8-DEE788A5FE64}"/>
              </a:ext>
            </a:extLst>
          </p:cNvPr>
          <p:cNvSpPr txBox="1"/>
          <p:nvPr/>
        </p:nvSpPr>
        <p:spPr>
          <a:xfrm>
            <a:off x="-4482" y="1965987"/>
            <a:ext cx="3962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- Diagramme des cas d’utilisation effectué</a:t>
            </a:r>
          </a:p>
          <a:p>
            <a:pPr marL="285750" indent="-285750">
              <a:buFontTx/>
              <a:buChar char="-"/>
            </a:pPr>
            <a:r>
              <a:rPr lang="fr-FR" dirty="0"/>
              <a:t>Organisé en groupe </a:t>
            </a:r>
          </a:p>
          <a:p>
            <a:pPr marL="285750" indent="-285750">
              <a:buFontTx/>
              <a:buChar char="-"/>
            </a:pPr>
            <a:r>
              <a:rPr lang="fr-FR" dirty="0"/>
              <a:t>Règles de décisions associés aux diagrammes </a:t>
            </a:r>
          </a:p>
          <a:p>
            <a:pPr marL="285750" indent="-285750"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2056600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80</Words>
  <Application>Microsoft Office PowerPoint</Application>
  <PresentationFormat>Grand écran</PresentationFormat>
  <Paragraphs>22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STATUT DE PROJET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STATUT DE PROJET </dc:title>
  <dc:creator>Glenn MADZOU-A-MIERE</dc:creator>
  <cp:lastModifiedBy>Glenn MADZOU-A-MIERE</cp:lastModifiedBy>
  <cp:revision>7</cp:revision>
  <dcterms:created xsi:type="dcterms:W3CDTF">2024-11-08T13:14:53Z</dcterms:created>
  <dcterms:modified xsi:type="dcterms:W3CDTF">2024-11-08T13:45:26Z</dcterms:modified>
</cp:coreProperties>
</file>